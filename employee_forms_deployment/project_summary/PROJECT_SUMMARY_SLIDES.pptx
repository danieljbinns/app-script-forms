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*  Employee Management  * 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April 2026  * 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7784"/>
            <a:ext cx="12188952" cy="36576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090"/>
                </a:solidFill>
                <a:latin typeface="Segoe UI"/>
              </a:rPr>
              <a:t>TEAM GROUP  *  INTERNAL TOOLING  *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Employee HR Workflow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B1C2D"/>
                </a:solidFill>
                <a:latin typeface="Segoe UI"/>
              </a:rPr>
              <a:t>Project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2971800"/>
            <a:ext cx="1828800" cy="36576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CECEC"/>
                </a:solidFill>
                <a:latin typeface="Segoe UI"/>
              </a:rPr>
              <a:t>From a blank repository to a production multi-step HR workflow engine spanning
three Google Apps Script environments — built entirely inside Google Workspace.
Zero external servers.  Zero paid SaaS.  Zero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" y="4754880"/>
            <a:ext cx="2148840" cy="40233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47731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9090"/>
                </a:solidFill>
                <a:latin typeface="Segoe UI"/>
              </a:rPr>
              <a:t>331 tracked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9776" y="4754880"/>
            <a:ext cx="2148840" cy="40233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47731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9090"/>
                </a:solidFill>
                <a:latin typeface="Segoe UI"/>
              </a:rPr>
              <a:t>~174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6" y="4754880"/>
            <a:ext cx="2148840" cy="40233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0056" y="47731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9090"/>
                </a:solidFill>
                <a:latin typeface="Segoe UI"/>
              </a:rPr>
              <a:t>48 active dev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0336" y="4754880"/>
            <a:ext cx="2148840" cy="40233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47731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9090"/>
                </a:solidFill>
                <a:latin typeface="Segoe UI"/>
              </a:rPr>
              <a:t>4 workflow 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0616" y="4754880"/>
            <a:ext cx="2148840" cy="40233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0616" y="47731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9090"/>
                </a:solidFill>
                <a:latin typeface="Segoe UI"/>
              </a:rPr>
              <a:t>105 staging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*  Employee Management  * 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54864" cy="47548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2237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9090"/>
                </a:solidFill>
                <a:latin typeface="Segoe UI"/>
              </a:rPr>
              <a:t>5 months  *  solo  *  part-time  *  Dec 2025 – Apr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269748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83664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AB00"/>
                </a:solidFill>
                <a:latin typeface="Segoe UI"/>
              </a:rPr>
              <a:t>331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96312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9090"/>
                </a:solidFill>
                <a:latin typeface="Segoe UI"/>
              </a:rPr>
              <a:t>TRACKED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61487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  <a:latin typeface="Segoe UI"/>
              </a:rPr>
              <a:t>128 git commits + 203 clasp saves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8" y="1719072"/>
            <a:ext cx="269748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883664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196F3"/>
                </a:solidFill>
                <a:latin typeface="Segoe UI"/>
              </a:rPr>
              <a:t>273K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96312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9090"/>
                </a:solidFill>
                <a:latin typeface="Segoe UI"/>
              </a:rPr>
              <a:t>LINES ADDED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761487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  <a:latin typeface="Segoe UI"/>
              </a:rPr>
              <a:t>~248K net written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719072"/>
            <a:ext cx="269748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883664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196F3"/>
                </a:solidFill>
                <a:latin typeface="Segoe UI"/>
              </a:rPr>
              <a:t>232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496312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9090"/>
                </a:solidFill>
                <a:latin typeface="Segoe UI"/>
              </a:rPr>
              <a:t>SOURCE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761487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  <a:latin typeface="Segoe UI"/>
              </a:rPr>
              <a:t>3 GCP projects, 3 GAS environments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08008" y="1719072"/>
            <a:ext cx="269748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1883664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C853"/>
                </a:solidFill>
                <a:latin typeface="Segoe UI"/>
              </a:rPr>
              <a:t>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496312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9090"/>
                </a:solidFill>
                <a:latin typeface="Segoe UI"/>
              </a:rPr>
              <a:t>ACTIVE DEV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761487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  <a:latin typeface="Segoe UI"/>
              </a:rPr>
              <a:t>Coding + QA — all dev 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300984"/>
            <a:ext cx="269748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465576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C853"/>
                </a:solidFill>
                <a:latin typeface="Segoe UI"/>
              </a:rPr>
              <a:t>~174h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078224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9090"/>
                </a:solidFill>
                <a:latin typeface="Segoe UI"/>
              </a:rPr>
              <a:t>HUMAN HOURS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34339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  <a:latin typeface="Segoe UI"/>
              </a:rPr>
              <a:t>~133h dev + ~41h QA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47288" y="3300984"/>
            <a:ext cx="269748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47288" y="3465576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B1C2D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4078224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9090"/>
                </a:solidFill>
                <a:latin typeface="Segoe UI"/>
              </a:rPr>
              <a:t>WORKFLOW TYPES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8" y="434339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  <a:latin typeface="Segoe UI"/>
              </a:rPr>
              <a:t>New Hire, TERM/EOE, Equipment, Status Change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7648" y="3300984"/>
            <a:ext cx="269748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465576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196F3"/>
                </a:solidFill>
                <a:latin typeface="Segoe UI"/>
              </a:rPr>
              <a:t>105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078224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9090"/>
                </a:solidFill>
                <a:latin typeface="Segoe UI"/>
              </a:rPr>
              <a:t>STAGING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34339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  <a:latin typeface="Segoe UI"/>
              </a:rPr>
              <a:t>All developer QA submissions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08008" y="3300984"/>
            <a:ext cx="269748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465576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AB00"/>
                </a:solidFill>
                <a:latin typeface="Segoe UI"/>
              </a:rPr>
              <a:t>~305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8008" y="4078224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9090"/>
                </a:solidFill>
                <a:latin typeface="Segoe UI"/>
              </a:rPr>
              <a:t>SHEET WRITES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8" y="434339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  <a:latin typeface="Segoe UI"/>
              </a:rPr>
              <a:t>Confirmed end-to-end executions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*  Employee Management  * 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What Was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54864" cy="47548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2237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What Was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9090"/>
                </a:solidFill>
                <a:latin typeface="Segoe UI"/>
              </a:rPr>
              <a:t>Replaced emailed spreadsheets with a gated, multi-step request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B1C2D"/>
                </a:solidFill>
                <a:latin typeface="Segoe UI"/>
              </a:rPr>
              <a:t>WORKFLOW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56816"/>
            <a:ext cx="265176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956816"/>
            <a:ext cx="45720" cy="38404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7510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New Hire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956816"/>
            <a:ext cx="265176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956816"/>
            <a:ext cx="45720" cy="38404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97510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Termination / End of Employment (TERM + EOE)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956816"/>
            <a:ext cx="265176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956816"/>
            <a:ext cx="45720" cy="38404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97510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Equipment Request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984" y="1956816"/>
            <a:ext cx="265176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15984" y="1956816"/>
            <a:ext cx="45720" cy="38404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97510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Status / Position Change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2487168"/>
          <a:ext cx="1127455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88552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Sequential gating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Each step unlocks only after the prior completes — no skipping, no out-of-order, enforced by the system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Role-based dashboard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HR, IT, Safety, and Managers each see their own view via Google Group membership — no new accounts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Automatic task routing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Credit Card, Fleetio, Jonas, SiteDocs, BOSS, ADP, 30-60-90 — each specialist team notified and routed automatically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Unified Action Items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6 legacy specialist sheets retired; replaced with a single normalized task table with full lifecycle tracking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Form edit mode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HR Verification and IT Confirmation can re-open and modify data — full before/after change-audit email dispatched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Full audit trail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Every action timestamped, every edit notified. Complete accountability at every step from request to close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Environment-aware config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Same codebase deploys to prod, staging, and dev via Script Properties — no hardcoded IDs, safe to migrate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*  Employee Management  * 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Change History &amp;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54864" cy="47548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2237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Change History &amp;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9090"/>
                </a:solidFill>
                <a:latin typeface="Segoe UI"/>
              </a:rPr>
              <a:t>331 tracked changes across 48 active dev days — Dec 2025 through Apr 2026.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438912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C853"/>
                          </a:solidFill>
                          <a:latin typeface="Segoe UI"/>
                        </a:rPr>
                        <a:t>Total tracked changes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331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C853"/>
                          </a:solidFill>
                          <a:latin typeface="Segoe UI"/>
                        </a:rPr>
                        <a:t>Active dev days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48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Total lines added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273,598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Net lines written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~248,425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Unique file paths touched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1,426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Active span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~147 days (5 months)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First active day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2025-12-04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Last active day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2026-04-29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0" y="1719072"/>
          <a:ext cx="67025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4599432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Month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Commits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Dec 2025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Foundations, architecture, initial 3-form system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Jan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V2 architecture, full system init, prod deployment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Feb 2026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Environment-aware config, staging + dev stood up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Mar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91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Equipment requests, dashboard optimization, staging marathon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C853"/>
                          </a:solidFill>
                          <a:latin typeface="Segoe UI"/>
                        </a:rPr>
                        <a:t>Apr 2026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177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Action Items refactor + all new workflow types + full QA sprint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331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48 active dev days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0" y="5138928"/>
            <a:ext cx="6702552" cy="804672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5193792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April sprint: 177 of 331 commits (53% of the project) in 10 days. Peak day Apr 21: 32 commits — Status Change, EOE, form edit mode, and ChangeNotify all in one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*  Employee Management  * 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Codebase by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54864" cy="47548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2237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Codebase by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9090"/>
                </a:solidFill>
                <a:latin typeface="Segoe UI"/>
              </a:rPr>
              <a:t>3 isolated GCP projects — prod, staging, dev — same codebase, environment-aware config.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19072"/>
            <a:ext cx="3611880" cy="22402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19072"/>
            <a:ext cx="3611880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9222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Production  [Live]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0312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employee_management_v2/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340864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HTML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3140" y="2340864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724912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JS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3140" y="2724912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0 (HTML-embedded)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108960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Lines of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3140" y="3108960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~7,393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493008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3140" y="3493008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Live on prod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8536" y="1719072"/>
            <a:ext cx="3611880" cy="22402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8536" y="1719072"/>
            <a:ext cx="361188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179222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Staging  [QA]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210312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employee_management_v2_staging/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2340864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JS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76" y="2340864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2724912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HTML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4476" y="2724912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108960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Service manifests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4476" y="3108960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493008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Lines of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4476" y="3493008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~18,639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9872" y="1719072"/>
            <a:ext cx="3611880" cy="22402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9872" y="1719072"/>
            <a:ext cx="3611880" cy="457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179222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Dev  [Next]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210312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employee_management_v2_dev/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2340864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JS files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5812" y="2340864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2724912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HTML files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5812" y="2724912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3108960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Service manifests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5812" y="3108960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3493008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090"/>
                </a:solidFill>
                <a:latin typeface="Segoe UI"/>
              </a:rPr>
              <a:t>Lines of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5812" y="3493008"/>
            <a:ext cx="16230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~19,355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457200" y="4133087"/>
          <a:ext cx="11274552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22960"/>
                <a:gridCol w="7891272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File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~Lines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Dashboard.html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2,400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Main operator dashboard — role-gated, multi-view, live status + process flowchart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WorkflowEngine.js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600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Sequential gating, step transitions, state machine — powers all 4 workflow types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EmailUtils.js + ChangeNotify.js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~930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Email templates, subject builder, change-diff audit emails, conditional CC routing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ActionItemsManager.js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450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Unified task CRUD, lifecycle (Pending→Closed), specialist routing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InitialRequest.html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900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New hire request form — dual-list pickers, BOSS, Jonas cost sheets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*  Employee Management  * 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Human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54864" cy="47548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2237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Human Hours — ~174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9090"/>
                </a:solidFill>
                <a:latin typeface="Segoe UI"/>
              </a:rPr>
              <a:t>~133 h development  *  ~41 h QA  *  48 active dev days  *  solo, part-time.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6858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34440"/>
                <a:gridCol w="123444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Month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Tracked Changes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Total Hours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Dev Hours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QA Hours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Dec 2025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~15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~15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Jan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~28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~24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~4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Feb 2026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~10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~7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~3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Mar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91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~46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~38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~8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C853"/>
                          </a:solidFill>
                          <a:latin typeface="Segoe UI"/>
                        </a:rPr>
                        <a:t>Apr 2026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177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~75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~49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~26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Total — 48 dev days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331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~174 h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~133 h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~41 h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06640" y="1719072"/>
          <a:ext cx="432511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2862072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Commits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Notable Work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Apr 14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Phase 8 QA — regressions R1–R5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Apr 16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Central Purchasing, buildEmailSubject, Groups A–F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Apr 17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Staging hotfixes — empType, dates, HR verification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Apr 20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Action Items refactor phases 1–6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C853"/>
                          </a:solidFill>
                          <a:latin typeface="Segoe UI"/>
                        </a:rPr>
                        <a:t>Apr 21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STATUS CHANGE + EOE + form edit + ChangeNotify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Apr 22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Equipment form, Jonas/Central Purchasing fix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Apr 23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Dual-list picker, BOSS gatekeeper, full QA pass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Apr 27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Major dev sprint [dev]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Apr 28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Email subject overflow fix, EQUIP_REQ dashboard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Apr 29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Final dev push [dev]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074920"/>
            <a:ext cx="6858000" cy="1207008"/>
          </a:xfrm>
          <a:prstGeom prst="rect">
            <a:avLst/>
          </a:prstGeom>
          <a:solidFill>
            <a:srgbClr val="04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138928"/>
            <a:ext cx="6629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Cost avoidance: outsourcing an equivalent system = $65K–$115K one-time. SaaS workflow platforms = $10–$25/user/mo ($180K–$450K+/yr at scale). Basic HR tools = $6–$9/user/mo ($108K–$162K/yr, data collection only). This runs on Google Workspace TEAM Group already pays for — zero incremental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*  Employee Management  * 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QAT &amp; Testing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54864" cy="47548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2237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QAT &amp; Testing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9090"/>
                </a:solidFill>
                <a:latin typeface="Segoe UI"/>
              </a:rPr>
              <a:t>6 deliberate QA sessions  *  105 staging workflows  *  ~305 confirmed sheet writes.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19072"/>
            <a:ext cx="11274552" cy="76809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64792"/>
            <a:ext cx="10972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Phase 1 — Prod-only (Jan 23 – Feb 24): No staging yet. ~72 NEW_EMP workflows on prod.   Phase 2 — Staging primary (Feb 24 – Apr 20): Prod cleaned; staging became active QA surface.   Phase 3 — Dev for refactor (Apr 21–29): Dev seeded with prod data; all 4 types on new schema.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615184"/>
          <a:ext cx="112745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914400"/>
                <a:gridCol w="1051560"/>
                <a:gridCol w="5833872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Session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Clasp Saves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Scope / Output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New Hire prod rollout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Jan 23, 2026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~3.5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13 prod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Full NEW_EMP walkthrough — produced ~72 test records later migrated to staging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Staging standup + cutover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Feb 24,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~3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10 staging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Staging &amp; dev created; prod test data moved; prod cleaned for real HR use only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C853"/>
                          </a:solidFill>
                          <a:latin typeface="Segoe UI"/>
                        </a:rPr>
                        <a:t>Termination / EOE sprint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Mar 6–9, 2026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~7.5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37 staging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Full TERM + EOE workflow — gating, Action Items, approval routing, email edge cases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C853"/>
                          </a:solidFill>
                          <a:latin typeface="Segoe UI"/>
                        </a:rPr>
                        <a:t>Action Items refactor QA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Apr 21, 2026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~6.7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15 dev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Unified schema — all 4 workflow types on new data model (14:45–21:29 UTC)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Final validation 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Apr 27, 2026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~7.5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20 dev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Cross-env check; email edge cases; status change pipeline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Final validation II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Apr 28,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~4.8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18 dev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IT confirmation gate; Equipment Request; pre-launch final checks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212080"/>
          <a:ext cx="685799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3749039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Sheet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Records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Notes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Workflows (total)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72 new hire + 30 TERM/EOE + 3 position change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Action Items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117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Generated from TERM/EOE/CHANGE workflows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Total sheet writes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~305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Each = one successful end-to-end execution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*  Employee Management  * 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Development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54864" cy="47548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2237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Development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9090"/>
                </a:solidFill>
                <a:latin typeface="Segoe UI"/>
              </a:rPr>
              <a:t>Dec 2025 → Apr 2026 — from blank repo to production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19072"/>
            <a:ext cx="2194560" cy="4572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19072"/>
            <a:ext cx="2194560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7393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Dec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20 commits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942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49424"/>
            <a:ext cx="36576" cy="9144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042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Dec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8716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Initial commit — REQUEST_FORMS demo system (complete prototype)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5526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55264"/>
            <a:ext cx="36576" cy="9144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101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Dec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MAJOR REORGANIZATION — clean modular structure, clear module boundaries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6110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61104"/>
            <a:ext cx="36576" cy="9144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1596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Dec 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9884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Deploy all 9 forms to shared drive, clasp pipeline, Styles library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98064" y="1719072"/>
            <a:ext cx="2194560" cy="4572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8064" y="1719072"/>
            <a:ext cx="219456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9504" y="177393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Jan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9504" y="1965960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26 commits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98064" y="224942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98064" y="2249424"/>
            <a:ext cx="36576" cy="914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9504" y="23042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Jan 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9504" y="248716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Initialize comprehensive employee management system (V2) — full module structure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98064" y="325526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98064" y="3255264"/>
            <a:ext cx="36576" cy="914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9504" y="33101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Jan 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9504" y="349300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First prod deployment &amp; new hire testing — 13 iterative pushes [prod]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98064" y="426110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98064" y="4261104"/>
            <a:ext cx="36576" cy="914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9504" y="431596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Jan 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9504" y="449884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Safety Notification &amp; Config Cleanup / Safety + HR Email Fixes [prod]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38928" y="1719072"/>
            <a:ext cx="2194560" cy="4572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38928" y="1719072"/>
            <a:ext cx="2194560" cy="457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0368" y="177393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Feb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0368" y="1965960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17 commits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38928" y="224942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38928" y="2249424"/>
            <a:ext cx="36576" cy="914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0368" y="23042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Feb 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248716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Environment-aware config via Script Properties — no more hardcoded IDs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38928" y="325526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38928" y="3255264"/>
            <a:ext cx="36576" cy="914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30368" y="33101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Feb 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0368" y="349300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Staging + dev environments stood up from scratch — 15 commits [staging+dev]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9792" y="1719072"/>
            <a:ext cx="2194560" cy="4572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79792" y="1719072"/>
            <a:ext cx="2194560" cy="45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71232" y="177393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Mar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71232" y="1965960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91 commits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79792" y="224942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79792" y="2249424"/>
            <a:ext cx="36576" cy="9144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71232" y="23042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Mar 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71232" y="248716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Major staging feature build — 27 commits, specialist forms, dashboard [staging]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79792" y="325526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79792" y="3255264"/>
            <a:ext cx="36576" cy="9144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71232" y="33101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Mar 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71232" y="349300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Equipment requests workflow, dashboard performance optimization [staging+prod]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20656" y="1719072"/>
            <a:ext cx="2194560" cy="4572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820656" y="1719072"/>
            <a:ext cx="2194560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12096" y="177393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Apr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12096" y="1965960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177 commits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20656" y="224942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20656" y="2249424"/>
            <a:ext cx="36576" cy="9144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12096" y="23042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Apr 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12096" y="248716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ACTION ITEMS REFACTOR — phases 1–6 (6 legacy sheets → unified task system)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20656" y="325526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820656" y="3255264"/>
            <a:ext cx="36576" cy="9144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12096" y="33101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Apr 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12096" y="349300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Status Change + EOE workflow + Form edit mode + ChangeNotify (32 commits — peak day)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20656" y="426110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20656" y="4261104"/>
            <a:ext cx="36576" cy="9144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12096" y="431596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Apr 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12096" y="449884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Dual-list picker, BOSS gatekeeper, full QA pass across all forms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20656" y="5266944"/>
            <a:ext cx="219456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20656" y="5266944"/>
            <a:ext cx="36576" cy="9144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12096" y="532180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  <a:latin typeface="Segoe UI"/>
              </a:rPr>
              <a:t>Apr 28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12096" y="5504688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CEC"/>
                </a:solidFill>
                <a:latin typeface="Segoe UI"/>
              </a:rPr>
              <a:t>Email subject overflow fix, EQUIP_REQ dashboard, pre-launch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*  Employee Management  * 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Architecture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54864" cy="47548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2237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Architecture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9090"/>
                </a:solidFill>
                <a:latin typeface="Segoe UI"/>
              </a:rPr>
              <a:t>Enterprise workflow capabilities — inside a Google Sheet.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19072"/>
            <a:ext cx="3566160" cy="2651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19072"/>
            <a:ext cx="3566160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9222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Action Items Refactor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57984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Segoe UI"/>
              </a:rPr>
              <a:t>The single largest architectural decision. Six independent specialist result sheets retired and replaced with one normalized Action Items tab. Every task = one row. Lifecycle uniform. Form data stored as JSON blob — schema changes need no migration. Migration ran as a local Node.js script (dry-run / execute) — zero changes to live GAS code.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1719072"/>
            <a:ext cx="3566160" cy="2651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1719072"/>
            <a:ext cx="3566160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79222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Email Engine (~1,200 lines)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157984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Segoe UI"/>
              </a:rPr>
              <a:t>EmailUtils.js + ChangeNotify.js: dark-mode inline-styled HTML templates, per-workflow subject builder with 250-char hard cap (hit in prod on Status Change — long site names + classification strings pushed subject to ~300 chars), change-audit diff tables (field / was / now), conditional CC routing for Safety and ID Setup on relevant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719072"/>
            <a:ext cx="3566160" cy="2651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719072"/>
            <a:ext cx="3566160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9222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Sequential Gating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57984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Segoe UI"/>
              </a:rPr>
              <a:t>Each workflow defines its steps as a config object. Engine evaluates state, identifies next pending step, generates gated form URL, refuses to advance if prior steps are incomplete. Same engine powers all 4 workflow types with zero duplication of gating logic.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4526280"/>
          <a:ext cx="1127455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799831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Typically a GAS script does...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This project does...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 form submission hook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 full multi-step, multi-role workflow state machine across 4 workflow types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 spreadsheet helper formula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 normalized relational data model across 10+ sheets with consistent IDs and joins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 simple HTML sidebar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 live web app with session state, role checks, and client-server RPC via google.script.run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One GCP project, one clasp ID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Three isolated GCP projects, environment-aware config, local migration tooling for safe upgrades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*  Employee Management  * 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Key Technical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54864" cy="475488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2237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Key Technical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9090"/>
                </a:solidFill>
                <a:latin typeface="Segoe UI"/>
              </a:rPr>
              <a:t>Every decision here solved a real constraint — version-controlled, maintainable, safe to hand off.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11274552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31352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Rationale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.js over .gs everywhere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Editors treat .js as JavaScript properly; cleaner clasp push/pull diffs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JSON blobs for form data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Schema-flexible — specialist forms can evolve without a sheet column migration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Script Properties for config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Environment switching without code changes; no hardcoded spreadsheet or script IDs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Local migration tooling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Prod GAS untouched during data model migrations; safe dry-run workflow before execute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Inline styles in emails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Google Workspace strips &lt;style&gt; tags in some email clients; inline-only is reliable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250-char subject cap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GAS throws Argument too large: subject above ~250 chars — hit in prod on Status Change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EPPlus for Excel migration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Import-Excel fails on duplicate column headers; EPPlus positional copy bypasses this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Separate GCP projects per env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Prod OAuth scopes and service account permissions isolated from staging/dev experiments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21808"/>
            <a:ext cx="11274552" cy="960120"/>
          </a:xfrm>
          <a:prstGeom prst="rect">
            <a:avLst/>
          </a:prstGeom>
          <a:solidFill>
            <a:srgbClr val="04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376672"/>
            <a:ext cx="10972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ECEC"/>
                </a:solidFill>
                <a:latin typeface="Segoe UI"/>
              </a:rPr>
              <a:t>TEAM Group HR onboarding and offboarding moved from emailed spreadsheets to a fully tracked, accountable, automated workflow — built on tools the organization already uses, with zero new software, zero recurring licensing cost, and no external contractors. Equivalent capability: $65K–$115K to outsource  |  $180K–$450K+/yr to license.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